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3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80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286000" cy="22860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95327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Conference/Event Name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274320" y="402603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Aerospace and Nuclear Engineering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Rensselaer Polytechnic Institute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Troy, NY 12180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9601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383280" y="2450592"/>
            <a:ext cx="5212080" cy="22860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Name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One, Author Two, Sandeep K. Singh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/ Venue / 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by:</a:t>
            </a:r>
            <a:endParaRPr lang="en-US" sz="95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ED4899-7122-562A-FA07-B8955E99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2419670" cy="7227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56CADF-0043-1F05-B5A7-B77E387F88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62575" y="795528"/>
            <a:ext cx="1200927" cy="10248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9B6B26-6738-6EBD-F222-A01FE2D81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17" y="2683129"/>
            <a:ext cx="1230185" cy="12301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6858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6858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Background &amp; Related 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931920" cy="6858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Methodology / Technical Approach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68580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Simulation Setup &amp;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3931920" cy="68580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Discussion &amp; Key Findings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3931920" cy="68580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Conclusion &amp; Future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55D81B-B656-5DF7-3C83-5A13A1687D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06CEB5-B18F-AA6B-147A-2013CD242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problem matter?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key motivation bullet.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context or gap in current capability.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approaches are insufficient.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840480" cy="320040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 Here]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shape with your schematic,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diagram, or sensor geometry.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4434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 —  [Caption]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423BAA-7C02-D8E3-E98C-53972DD4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4C4970-8333-8E0C-33C9-AAFB90CD18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651760" cy="329184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651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24323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relevant method, model, or result from literature. Cite author(s).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329184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651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737360"/>
            <a:ext cx="24323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gap or limitation this prior work leaves open.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651760" cy="329184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651760" cy="384048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737360"/>
            <a:ext cx="24323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clearly how your approach differs and what it adds.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B87C48E-A76D-7DC0-4FAE-96A0A3184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5A98E0-55F3-B78D-16E2-3F4BB49E33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Technical Approach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1325880"/>
            <a:ext cx="1645920" cy="77724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04872" y="1627632"/>
            <a:ext cx="347472" cy="18288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52344" y="1325880"/>
            <a:ext cx="1645920" cy="77724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52344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8264" y="1627632"/>
            <a:ext cx="347472" cy="18288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45736" y="1325880"/>
            <a:ext cx="1645920" cy="77724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45736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91656" y="1627632"/>
            <a:ext cx="347472" cy="18288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39128" y="1325880"/>
            <a:ext cx="1645920" cy="77724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39128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331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 / Model: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core model (e.g., CR3BP, EKF, GP surrogate).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27432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Solver: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optimization or estimation algorithm and convergence criteria.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8503920" cy="146304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[Block diagram / flowchart of your method — insert figure or draw shapes here]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4AED85-E114-E7E2-8F09-2C4BB95D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222326-6380-CC1B-E846-35B493BC32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301752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 Figure]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plot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trajectory figure.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2519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 —  [Caption]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01752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 Figure]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plot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trajectory figure.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42519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 —  [Caption]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44897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main quantitative finding in one sentence.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B1C345-5D48-7065-4C9E-75CD00E2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221ADB-EE40-995F-63BD-0170AA5AA0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412480" cy="22860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developed / proposed / demonstrated 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[quantitative or qualitative outcome].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successfully [validated / applied / extended] to 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[higher-fidelity model / real ephemeris / hardware].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[additional sensor modality / constraint].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[Monte Carlo / hardware-in-the-loop / flight data].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22860" cy="28346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178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AFOSR · RCAT-CS. Collaborators: Texas A&amp;M (Majji, Junkins). 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co-authors, funding sources, or data providers here.]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9262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501091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ASCLab @ RPI  ·  asclabrpi.com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5010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· Date]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9E73FF-A9FB-FD91-99AB-CE35A6CE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038" b="32991"/>
          <a:stretch>
            <a:fillRect/>
          </a:stretch>
        </p:blipFill>
        <p:spPr>
          <a:xfrm>
            <a:off x="225110" y="109728"/>
            <a:ext cx="1450178" cy="4331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10B957-451F-78A7-952B-ECF42740E7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55" t="26044" r="21555" b="25409"/>
          <a:stretch>
            <a:fillRect/>
          </a:stretch>
        </p:blipFill>
        <p:spPr>
          <a:xfrm>
            <a:off x="8179207" y="57739"/>
            <a:ext cx="507593" cy="433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828800" y="2084832"/>
            <a:ext cx="5486400" cy="36576"/>
          </a:xfrm>
          <a:prstGeom prst="rect">
            <a:avLst/>
          </a:prstGeom>
          <a:solidFill>
            <a:srgbClr val="D60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4572000" cy="1417320"/>
          </a:xfrm>
          <a:prstGeom prst="rect">
            <a:avLst/>
          </a:prstGeom>
          <a:solidFill>
            <a:srgbClr val="122751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2999232"/>
            <a:ext cx="4389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K. Singh, Ph.D.
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MANE · RPI
</a:t>
            </a:r>
            <a:r>
              <a:rPr lang="en-US" sz="1300" dirty="0">
                <a:solidFill>
                  <a:srgbClr val="D6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sandes5@rpi.edu  ·  asclabrpi.com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RPI  ·  ASCLab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174570-B278-D140-B496-AA4305EEE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375" y="3005931"/>
            <a:ext cx="1230185" cy="1230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538</Words>
  <Application>Microsoft Office PowerPoint</Application>
  <PresentationFormat>On-screen Show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Advanced Space Concepts Laboratory, Rensselaer Polytechnic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ASCLab Research Presentation Template</dc:title>
  <dc:subject>PptxGenJS Presentation</dc:subject>
  <dc:creator>ASCLab @ RPI</dc:creator>
  <cp:lastModifiedBy>sandeep singh</cp:lastModifiedBy>
  <cp:revision>3</cp:revision>
  <dcterms:created xsi:type="dcterms:W3CDTF">2026-05-15T13:19:49Z</dcterms:created>
  <dcterms:modified xsi:type="dcterms:W3CDTF">2026-05-15T13:41:42Z</dcterms:modified>
</cp:coreProperties>
</file>